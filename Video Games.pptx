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2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7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81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3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2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4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8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6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2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4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35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 Video Game Sales &amp; Engagement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73A363-432E-CF26-E8F0-1B85007EC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7607" y="5769619"/>
            <a:ext cx="6858000" cy="1309255"/>
          </a:xfrm>
        </p:spPr>
        <p:txBody>
          <a:bodyPr/>
          <a:lstStyle/>
          <a:p>
            <a:r>
              <a:rPr lang="en-US" dirty="0"/>
              <a:t>Avanthi U C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445" y="2373507"/>
            <a:ext cx="7315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project aims to analyze and visualize video game sales and engagement data to uncover trends in game popularity, user behavior, and platform performance. </a:t>
            </a:r>
          </a:p>
          <a:p>
            <a:endParaRPr lang="en-US" dirty="0"/>
          </a:p>
          <a:p>
            <a:r>
              <a:rPr lang="en-US" dirty="0"/>
              <a:t>By merging sales and engagement data, we seek to offer insights into how game features, platforms, and genres influence sales, </a:t>
            </a:r>
            <a:r>
              <a:rPr lang="en-US" dirty="0" err="1"/>
              <a:t>wishlists</a:t>
            </a:r>
            <a:r>
              <a:rPr lang="en-US" dirty="0"/>
              <a:t>, and ratings. SQL will be used to structure and store the data, while Power BI/</a:t>
            </a:r>
            <a:r>
              <a:rPr lang="en-US" dirty="0" err="1"/>
              <a:t>Streamlit</a:t>
            </a:r>
            <a:r>
              <a:rPr lang="en-US" dirty="0"/>
              <a:t> dashboards will be developed to guide decision-making for game developers, marketers, and publishers.</a:t>
            </a:r>
          </a:p>
          <a:p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BUSINESS USE CASES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304681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Game Marketing Strategy:</a:t>
            </a:r>
            <a:endParaRPr lang="en-US" dirty="0"/>
          </a:p>
          <a:p>
            <a:pPr fontAlgn="base"/>
            <a:r>
              <a:rPr lang="en-US" dirty="0"/>
              <a:t>Identify high-performing genres and platforms to target marketing efforts.</a:t>
            </a:r>
          </a:p>
          <a:p>
            <a:pPr fontAlgn="base"/>
            <a:r>
              <a:rPr lang="en-US" dirty="0"/>
              <a:t>Analyze rating and </a:t>
            </a:r>
            <a:r>
              <a:rPr lang="en-US" dirty="0" err="1"/>
              <a:t>wishlist</a:t>
            </a:r>
            <a:r>
              <a:rPr lang="en-US" dirty="0"/>
              <a:t> trends to understand user preferences. </a:t>
            </a:r>
          </a:p>
          <a:p>
            <a:r>
              <a:rPr lang="en-US" b="1" dirty="0"/>
              <a:t>Product Development:</a:t>
            </a:r>
            <a:endParaRPr lang="en-US" dirty="0"/>
          </a:p>
          <a:p>
            <a:pPr fontAlgn="base"/>
            <a:r>
              <a:rPr lang="en-US" dirty="0"/>
              <a:t>Evaluate how different game attributes (e.g., rating, genre, developer) relate to sales and engagement.</a:t>
            </a:r>
          </a:p>
          <a:p>
            <a:pPr fontAlgn="base"/>
            <a:r>
              <a:rPr lang="en-US" dirty="0"/>
              <a:t>Determine the features that correlate with successful game launches.</a:t>
            </a:r>
          </a:p>
          <a:p>
            <a:r>
              <a:rPr lang="en-US" b="1" dirty="0"/>
              <a:t>Sales Forecasting:</a:t>
            </a:r>
            <a:endParaRPr lang="en-US" dirty="0"/>
          </a:p>
          <a:p>
            <a:pPr fontAlgn="base"/>
            <a:r>
              <a:rPr lang="en-US" dirty="0"/>
              <a:t>Analyze past performance to forecast game demand.</a:t>
            </a:r>
          </a:p>
          <a:p>
            <a:pPr fontAlgn="base"/>
            <a:r>
              <a:rPr lang="en-US" dirty="0"/>
              <a:t>Evaluate the impact of game ratings and </a:t>
            </a:r>
            <a:r>
              <a:rPr lang="en-US" dirty="0" err="1"/>
              <a:t>wishlists</a:t>
            </a:r>
            <a:r>
              <a:rPr lang="en-US" dirty="0"/>
              <a:t> on global sales trends.</a:t>
            </a:r>
          </a:p>
          <a:p>
            <a:r>
              <a:rPr lang="en-US" b="1" dirty="0"/>
              <a:t>Resource Allocation:</a:t>
            </a:r>
            <a:endParaRPr lang="en-US" dirty="0"/>
          </a:p>
          <a:p>
            <a:pPr fontAlgn="base"/>
            <a:r>
              <a:rPr lang="en-US" dirty="0"/>
              <a:t>Focus development on platforms and genres with proven commercial success.</a:t>
            </a:r>
          </a:p>
          <a:p>
            <a:pPr fontAlgn="base"/>
            <a:r>
              <a:rPr lang="en-US" dirty="0"/>
              <a:t>Detects regions or genres with lower saturation and high opportunity.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 Tools &amp;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2052" y="2560320"/>
            <a:ext cx="731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SQL (Data Querying)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 err="1"/>
              <a:t>Streamlit</a:t>
            </a:r>
            <a:r>
              <a:rPr dirty="0"/>
              <a:t> (Web Dashboard)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Power 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Python (Pandas, NumPy)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📊 </a:t>
            </a:r>
            <a:r>
              <a:rPr lang="en-US" dirty="0"/>
              <a:t>INSIGHTS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275185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Gained:</a:t>
            </a:r>
          </a:p>
          <a:p>
            <a:r>
              <a:rPr lang="en-US" dirty="0"/>
              <a:t>🎮 Global sales peaked during major console generations ( 2008–2012 era).</a:t>
            </a:r>
          </a:p>
          <a:p>
            <a:r>
              <a:rPr lang="en-US" dirty="0"/>
              <a:t>📉 Sales declined after 2015 due to digital distribution shift.</a:t>
            </a:r>
          </a:p>
          <a:p>
            <a:r>
              <a:rPr lang="en-US" dirty="0"/>
              <a:t>🚀 Industry growth strongly aligned with new platform launches.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2CE911-A46F-42E1-DBFA-A1C8EF6FF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3" y="4029511"/>
            <a:ext cx="87654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number of games generate a disproportionately large share of total revenue. Like Nintendo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🔎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219" y="3228914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Sales peaked during certain console generations</a:t>
            </a:r>
          </a:p>
          <a:p>
            <a:pPr lvl="1"/>
            <a:r>
              <a:rPr dirty="0"/>
              <a:t>Higher-rated games often show stronger sales correlation</a:t>
            </a:r>
          </a:p>
          <a:p>
            <a:pPr lvl="1"/>
            <a:r>
              <a:rPr dirty="0"/>
              <a:t>Certain platforms dominate specific years</a:t>
            </a:r>
          </a:p>
          <a:p>
            <a:pPr lvl="1"/>
            <a:r>
              <a:rPr dirty="0"/>
              <a:t>Genre trends shift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✨ Dashboard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9322F-7F30-73EC-D20D-63528A66B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7" y="1792936"/>
            <a:ext cx="8377083" cy="50650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BF8E9E-CE58-44EA-EDFB-A1F95DED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87" y="2178125"/>
            <a:ext cx="7395225" cy="410468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AA2723-4C44-B301-2119-68CD0176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4163"/>
            <a:ext cx="7772400" cy="1508125"/>
          </a:xfrm>
        </p:spPr>
        <p:txBody>
          <a:bodyPr/>
          <a:lstStyle/>
          <a:p>
            <a:r>
              <a:rPr dirty="0"/>
              <a:t>✨ Dashboard Features</a:t>
            </a:r>
          </a:p>
        </p:txBody>
      </p:sp>
    </p:spTree>
    <p:extLst>
      <p:ext uri="{BB962C8B-B14F-4D97-AF65-F5344CB8AC3E}">
        <p14:creationId xmlns:p14="http://schemas.microsoft.com/office/powerpoint/2010/main" val="155904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D008-0A52-4C46-FA23-7499D99B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✨ STREAMLIT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BA022-293F-E44B-9F4B-73EA04F4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2051427"/>
            <a:ext cx="8829368" cy="430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1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3619" y="2505670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Data-driven insights help understand gaming industry trends</a:t>
            </a:r>
            <a:r>
              <a:rPr lang="en-US" dirty="0"/>
              <a:t> </a:t>
            </a:r>
            <a:r>
              <a:rPr dirty="0"/>
              <a:t>Interactive</a:t>
            </a:r>
            <a:r>
              <a:rPr lang="en-US" dirty="0"/>
              <a:t> </a:t>
            </a:r>
            <a:r>
              <a:rPr dirty="0"/>
              <a:t>dashboards improve decision-making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14</TotalTime>
  <Words>338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</vt:lpstr>
      <vt:lpstr>Banded</vt:lpstr>
      <vt:lpstr> Video Game Sales &amp; Engagement Analysis</vt:lpstr>
      <vt:lpstr>📌 Problem Statement</vt:lpstr>
      <vt:lpstr>BUSINESS USE CASES</vt:lpstr>
      <vt:lpstr>🛠 Tools &amp; Technologies Used</vt:lpstr>
      <vt:lpstr>📊 INSIGHTS</vt:lpstr>
      <vt:lpstr>🔎 Key Insights</vt:lpstr>
      <vt:lpstr>✨ Dashboard Features</vt:lpstr>
      <vt:lpstr>✨ Dashboard Features</vt:lpstr>
      <vt:lpstr>✨ STREAMLIT Features</vt:lpstr>
      <vt:lpstr>✅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2026-02-13T15:11:03Z</dcterms:modified>
  <cp:category/>
</cp:coreProperties>
</file>